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stack once. Do not call it a marketplace or a Connect payout product. Do not say Nexora.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is the perimeter. Route handlers still re-check role, ownership, and ADMIN_EMAILS.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dvanced Subscription and Membership Platform\docs\presentation-assets\slide-titl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/>
        </p:spPr>
      </p:sp>
      <p:pic>
        <p:nvPicPr>
          <p:cNvPr id="4" name="Image 1" descr="D:\Advanced Subscription and Membership Platform\docs\presentation-assets\asmp-fav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384048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012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PANEL DEFENSE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155448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Platform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57200" y="338328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Per-creator digital memberships with Clerk, PostgreSQL, Stripe Checkout, and Cloudflare R2.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53949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Irfan Ahmed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5715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localhost:3000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PROBLEM &amp;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publish video, articles, and files (PDF / ZIP / RAR).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follow a creator for free, or pay that creator for Basic or Premium.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per (subscriber, creator) pair — not one site-wide plan.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billing is monthly Stripe Checkout on the platform Stripe account.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114800"/>
            <a:ext cx="11430000" cy="219456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245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claim on the panel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do not get Stripe Connect payouts. Checkout does not split funds. platform_fee_bps is stored on settings (default 10000) but is not used to take a Connect commission.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ASSIGNED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→ what you can demo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project-objectiv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4846320" cy="534924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051560"/>
          <a:ext cx="6492240" cy="402336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3749040"/>
              </a:tblGrid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proof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Multi-tier + recurring pay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$19 / Premium $49 · Stripe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plays; Basic 403 until Checkout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reminders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invoice.upcoming + cron (default 7 days)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dashboards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+ admin + daily rollup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honest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15.3 App Router, React 19, TypeScript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v7 (email/password, Google, reset, verify)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 pool, max 10 connections)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+ Portal + signed webhooks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PutObject (server-side, no client presign)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App Router API route handlers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577840" cy="5303520"/>
          </a:xfrm>
          <a:prstGeom prst="roundRect">
            <a:avLst>
              <a:gd name="adj" fmla="val 1379"/>
            </a:avLst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14300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claim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Row Level Security (RLS) — not in schema.sql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/ connected accounts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as the runtime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clustered rate limiting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 a public signup role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as shipped (package.json 1.0.0)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418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/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^15.3.1 · react ^19.1.0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@clerk/nextjs ^7.3.0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^8.11.5 · DB AdvancedSubscription_MembershipPlatform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^22.1.1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@aws-sdk/client-s3 → Cloudflare R2 region auto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4 · Framer Motion · Lenis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src/lib/mongodb/ is a PostgreSQL adapter, not Mongo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the panel may ask: DATABASE_URL · ADMIN_EMAILS · STRIPE_* · CLOUDFLARE_R2_* · CRON_SECRET · NEXT_PUBLIC_APP_URL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slide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68680"/>
            <a:ext cx="11521440" cy="5532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(report figure 4.10)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4.10_Deploymen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868680"/>
            <a:ext cx="960120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model — four roles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slide-four-r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116128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53212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publicMetadata.role is only subscriber | creator. Admin is an overlay: same login, email listed in ADMIN_EMAILS. Set-role never accepts “admin”.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· 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by role (report figure 4.1)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4.1_Main_Use_Cas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841248"/>
            <a:ext cx="7772400" cy="5577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 — Guest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30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pages: /  /pricing  /about  /support  /contact  /creators  /login  /sign-up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APIs are an explicit allowlist (never /api/auth/(.*) as a glob).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/api/* without a session → 401 JSON { error, code: UNAUTHENTICATED }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pages → /login?redirect_url=…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URLs are not forced to login — they 404 on purpose.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114300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/creators signed out. Click a paid item → login. Open /api/checkout in the browser → 401 JSON.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 — Subscriber  →  /library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669280" cy="5349240"/>
          </a:xfrm>
          <a:prstGeom prst="roundRect">
            <a:avLst>
              <a:gd name="adj" fmla="val 1368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3949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creator free (POST /api/subscriptions) — no card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Basic/Premium via POST /api/checkout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GET /api/content/[id]/playback (Range stream)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POST /api/content/[id]/download as attachment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Portal, notifications, account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960120"/>
            <a:ext cx="5577840" cy="5349240"/>
          </a:xfrm>
          <a:prstGeom prst="roundRect">
            <a:avLst>
              <a:gd name="adj" fmla="val 1368"/>
            </a:avLst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0789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/ access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5257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upload (/api/storage/upload is creator/admin)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open /creator (middleware redirect /library)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and admin overlay cannot use subscriber Checkout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access: active, trialing, past_due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Denies: canceled, expired; paid period end in the past (+2 min skew)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3 — Creator  →  /creator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Workspace: overview, content, plans, subscribers, revenue, analytics, settings.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queries include creatorClerkUserId of the signed-in creator.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plans: Free / Basic $19 / Premium $49. Paid price $1–$9,999.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syncs Stripe Product/Price. Missing stripePriceId → Checkout not ready.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raw body → POST /api/storage/upload → PutObject. Caps 8 MB / 500 MB / 200 MB.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blocks /library, /subscription, /billing for creators (admins exempt).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5303520"/>
            <a:ext cx="11430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publish a Basic video → another user sees it locked until Basic Checkout succeeds.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4 — Admin overlay (ADMIN_EMAILS)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slide-admin-ga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6675120" cy="5440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0" y="1005840"/>
            <a:ext cx="48463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env emails, trimmed, lowercased. Not NEXT_PUBLIC_.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gates: middleware, admin layout requireAdminContext, every /api/admin/*.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/api/auth/check-admin is session-only for the caller — not an email oracle.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Mutations: 60 / 15 min. Typed phrases e.g. CANCEL NOW.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cancel fail-closed: local row unchanged if Stripe fails (502).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src/middleware.ts perimeter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POST: 5 / 15 min per IP. Throttle API POST: 40 / 15 min.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public → /maintenance or API 503; admins still enter.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matcher first. Then session. Then role.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or /api/admin/* without ADMIN_EMAILS → 403 or redirect.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/creator without creator role → /library.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hitting /library /subscription /billing → /creator.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signed in on /login → admin /admin, creator /creator, else /library.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 ·  CRITICAL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Q&amp;A — admin &amp; RLS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58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admin still ADMIN_EMAILS?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It is the only admin gate. Signup cannot choose admin.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the email oracle removed?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check-admin ignores ?email= and only reads the session user.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admin “session-only”?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is Clerk session. Authorization is still ADMIN_EMAILS on the server.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RLS?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Isolation is application filters + unique indexes, not CREATE POLICY.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rate limits (in-memory)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1143000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5603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auth:login:{ip}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auth:register:{ip}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auth:forgot-password:{ip}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contact:{ip}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admin-mutate:{user}:{ip}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download:{user} / {ip}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view:{ip}:{contentId}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process-local Map. Restart resets counters. Not Redis.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membership per creator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slide-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41248"/>
            <a:ext cx="117043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4864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(subscriber, creator). Free→paid always opens hosted Checkout. In-place upgrade only if local membership is already a live paid tier.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payments — Checkout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slide-strip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8680"/>
            <a:ext cx="11704320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 · 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checkout sequence (report figure 4.6)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4.6_Sequenc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1115568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webhooks — exact events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/api/webhooks/stripe — raw body + stripe-signature + constructEvent.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Handled: checkout.session.completed · subscription created/updated/deleted · invoice.upcoming · invoice.paid / payment_succeeded · invoice.payment_failed.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types: HTTP 200 no-op.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 stripe_webhook_events.event_id PK. Duplicate → { duplicate: true }.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Success-page race: confirmCheckoutSessionForUser rejects another user’s session id.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Stripe Connect. Charges hit the platform account.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access (not RLS)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only. Admin email grants. Suspended viewer/creator denied.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or requiredPlan=free grants. Else live sub for THAT creator + rank.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redacts videoUrl, videoKey, fileUrl, fileKey. Bytes only via playback/download routes.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writes: findOne({ _id, creatorClerkUserId: context.clerkUserId }).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keys must contain that user’s Clerk id (storageKeyBelongsToUser).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DB role for all queries — the app attaches the filters.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— no client presign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slide-r2-sto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8680"/>
            <a:ext cx="11704320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quota — SELECT … FOR UPDATE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slide-quota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68680"/>
            <a:ext cx="11704320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 ·  OBJECTIVES 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reminders &amp; analytics cron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invoice.upcoming → in-app renewal notification.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/api/cron/renewal-reminders — Bearer CRON_SECRET (or ?secret= in non-production only).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days from platform_settings, clamped 1–30, default 7. Skips free and cancelAtPeriodEnd.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/api/cron/analytics/daily-rollup writes per-creator snapshots (subs, revenue, views, downloads, churn).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CRON_SECRET is unset, cron routes return 401.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19 tables, no RLS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user_profiles · creator_profiles · subscriber_profiles · plans · plan_features · content · subscriptions · payments · notifications · analytics · contacts · platform_settings · stripe_webhook_events · admin_audit_events · plus workspace/preference helpers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1430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 enum: subscriber | creator — there is no admin enum.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access_level: free | basic | premium. billing_cycle: monthly only.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membership pair + idx_subscriptions_clerk_pair.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event_id primary key. Partial unique Stripe invoice id.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Pool: DATABASE_URL, max 10 connections.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  · 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(report figure 4.3)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4.3_DFD_Leve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868680"/>
            <a:ext cx="923544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 · 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(report figure 4.9)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4.9_Component_Level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1115568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say only this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session on protected APIs; guests get 401 JSON.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= ADMIN_EMAILS; check-admin is not an email oracle.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Set-role cannot write admin.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Process-local rate limits on auth, contact, download, views, admin writes.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webhook signature + claimed event ids. Cron bearer secret.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filters + R2 key prefix. Media URLs stripped from JSON.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 accounts blocked on checkout, download, upload, playback.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Stripe actions fail closed. We do not store card numbers.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order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114300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920240"/>
                <a:gridCol w="8961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→ 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/creators → published creators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item → login?redirect_url=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→ Free, no Stripe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Subscribe → checkout.stripe.com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card 4242 → Basic unlocks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/ download → gated stream + quota headers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plans/content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/admin with allowlisted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/admin redirected away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/ +7d / Period end / Cancel now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  ·  IMAGE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(report figure 4.2)</a:t>
            </a:r>
            <a:endParaRPr lang="en-US" sz="2600" dirty="0"/>
          </a:p>
        </p:txBody>
      </p:sp>
      <p:pic>
        <p:nvPicPr>
          <p:cNvPr id="5" name="Image 0" descr="D:\Advanced Subscription and Membership Platform\docs\presentation-assets\4.2_Activity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868680"/>
            <a:ext cx="8229600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boundaries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14300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are per process, not Redis.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name mongodb is historical; runtime is PostgreSQL.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Stripe Connect — creators do not receive automatic payouts.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Postgres RLS.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can edit server env can change ADMIN_EMAILS.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stripe listen running so webhooks save paid memberships.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601968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Subscription &amp; Membership Platform  ·  FYP Panel Defense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0" y="66019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demo accounts, Stripe test card 4242, and ADMIN_EMAILS.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facts: docs/fyp-panel-defense-slides.md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list: docs/manual-testing-checklist.md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Subscription &amp; Membership Platform — FYP Panel Defense</dc:title>
  <dc:subject>Code-verified slide deck for live demo</dc:subject>
  <dc:creator>Raja Irfan Ahmed</dc:creator>
  <cp:lastModifiedBy>Raja Irfan Ahmed</cp:lastModifiedBy>
  <cp:revision>1</cp:revision>
  <dcterms:created xsi:type="dcterms:W3CDTF">2026-09-15T13:16:28Z</dcterms:created>
  <dcterms:modified xsi:type="dcterms:W3CDTF">2026-09-15T13:16:28Z</dcterms:modified>
</cp:coreProperties>
</file>